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965960"/>
            <a:ext cx="822960" cy="82296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2084831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3840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CanteenSys</a:t>
            </a:r>
          </a:p>
          <a:p>
            <a:pPr algn="l"/>
            <a:r>
              <a:rPr sz="1400" b="1">
                <a:solidFill>
                  <a:srgbClr val="F97316"/>
                </a:solidFill>
                <a:latin typeface="Segoe UI"/>
              </a:rPr>
              <a:t>Enterprise CMS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37160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Enterprise Canteen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24612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POS · Kitchen · Distribution · Balance · Reports</a:t>
            </a:r>
          </a:p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with AI-powered Bangla voice ordering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4352544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4297680"/>
            <a:ext cx="6035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RFID card checkout at POS</a:t>
            </a:r>
          </a:p>
        </p:txBody>
      </p:sp>
      <p:sp>
        <p:nvSpPr>
          <p:cNvPr id="10" name="Oval 9"/>
          <p:cNvSpPr/>
          <p:nvPr/>
        </p:nvSpPr>
        <p:spPr>
          <a:xfrm>
            <a:off x="5440680" y="4736592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4681728"/>
            <a:ext cx="6035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Real-time kitchen &amp; token queue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5120640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5065776"/>
            <a:ext cx="6035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AI voice assistant (Claude / Gemini / local LLM)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0" y="5504688"/>
            <a:ext cx="146304" cy="146304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5449824"/>
            <a:ext cx="6035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Segoe UI"/>
              </a:rPr>
              <a:t>Role-based access &amp; full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Project presentation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One platform for the whole canteen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Segoe UI"/>
              </a:rPr>
              <a:t>CanteenSys runs employee canteen sales end to end — from RFID card scan at the POS, through live kitchen preparation, to token-based pickup — with employee balances, inventory, and analytics in a single Django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RFID / touch checkout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28600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286000"/>
            <a:ext cx="109728" cy="1280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5420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Kitchen (KDS)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9718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Live order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28600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2286000"/>
            <a:ext cx="109728" cy="1280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5420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9718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Token handover 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2286000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2286000"/>
            <a:ext cx="109728" cy="12801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9176" y="25420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9718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Menu &amp; daily stock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85032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685032"/>
            <a:ext cx="109728" cy="12801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4106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Balance &amp; 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708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Advance + credit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0712" y="3685032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10712" y="3685032"/>
            <a:ext cx="109728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394106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43708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Sales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3685032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72784" y="3685032"/>
            <a:ext cx="109728" cy="1280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394106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AI 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3708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Bangla assistant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34856" y="3685032"/>
            <a:ext cx="2743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34856" y="3685032"/>
            <a:ext cx="109728" cy="12801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394106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Admin &amp; Roles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437083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Segoe UI"/>
              </a:rPr>
              <a:t>Permissions +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64240" cy="6766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4416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Django (Python) · role-based auth · atomic checkout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84248"/>
            <a:ext cx="11064240" cy="676656"/>
          </a:xfrm>
          <a:prstGeom prst="round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9397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9397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Microsoft SQL Server · sequences for order / token / payment numbers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34056"/>
            <a:ext cx="11064240" cy="6766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43784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Server-Sent Events (SSE) — live kitchen &amp; token pickup 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83864"/>
            <a:ext cx="11064240" cy="676656"/>
          </a:xfrm>
          <a:prstGeom prst="round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9359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93592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RFID / NFC employee cards · 80 mm thermal receipt printer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33672"/>
            <a:ext cx="11064240" cy="6766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3434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Pluggable LLM providers — Claude, Gemini, self-hosted — with failover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676656"/>
          </a:xfrm>
          <a:prstGeom prst="round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932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Voice I/O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093208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Browser Web Speech (bn-BD) for speech; app-served Bangla TTS audio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33288"/>
            <a:ext cx="11064240" cy="6766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4301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843016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Segoe UI"/>
              </a:rPr>
              <a:t>Server-rendered templates + Bootstrap · touch-first POS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FIRST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AI voice ordering — animated walkthrough (with sound)</a:t>
            </a:r>
          </a:p>
        </p:txBody>
      </p:sp>
      <p:pic>
        <p:nvPicPr>
          <p:cNvPr id="6" name="voice_order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9527" y="1143000"/>
            <a:ext cx="9692640" cy="54521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Segoe UI"/>
              </a:rPr>
              <a:t>Click ► to play — walk-up · RFID punch · order · confirm · auto-print slip · token on the monitor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AI VOICE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Hands-free ordering in Bangla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1673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98448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Customer taps Voice and speaks in Bangla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75104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56816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Speech → text (Web Speech, bn-BD)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59689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15184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Active LLM returns the order via a submit_turn tool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73552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Items validated against live stock; total computed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13631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50207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31919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“কনফার্ম” → order committed, token issued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08576"/>
            <a:ext cx="457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0288"/>
            <a:ext cx="42062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0F172A"/>
                </a:solidFill>
                <a:latin typeface="Segoe UI"/>
              </a:rPr>
              <a:t>Token announced by voice; 80 mm slip auto-prints</a:t>
            </a:r>
          </a:p>
        </p:txBody>
      </p:sp>
      <p:pic>
        <p:nvPicPr>
          <p:cNvPr id="24" name="Picture 23" descr="04_pos_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126480" cy="344614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669280" y="63550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Segoe UI"/>
              </a:rPr>
              <a:t>POS voice assistant · active provider shown live (Local LLM)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SIGN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Secure role-based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Username + password · account locks for 30 min after 5 failed attempts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Live operations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Sales, orders, kitchen queue, pickup counters and pool balance — live on the SQL business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POINT OF 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Touch + RFID fast checkout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Category menu, cart, guest/cash mode and one-tap Complete Sale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KITCHEN DISPLAY (KDS)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Real-time preparation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Preparing → Ready columns update live via SSE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TOKEN PICKUP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Customer-facing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token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Preparing &amp; Ready token board for the pickup wall screen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DISTRIBUTION 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Verified handover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Match token to employee, then mark completed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INVENTORY &amp; DAILY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Per-day stock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daily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Prepared vs sold quantity per menu item, per business 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EMPLOYEES &amp;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People, cards &amp; balances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Departments, RFID cards and advance/credit balances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SALES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Analytics &amp;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eports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Revenue trend and department breakdown with date range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914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  <a:latin typeface="Segoe UI"/>
              </a:rPr>
              <a:t>BUILT-IN USER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In-app docs + demo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522" y="1087755"/>
            <a:ext cx="10534650" cy="593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user_m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097280"/>
            <a:ext cx="10515600" cy="5915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Role-aware documentation including the AI voice walkthrough video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CanteenSys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Segoe UI"/>
              </a:rPr>
              <a:t>Faster service · accurate billing · full traceability — powered by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